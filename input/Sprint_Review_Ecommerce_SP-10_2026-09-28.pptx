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Sprint Review — Ecommerce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56032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2DCE6"/>
                </a:solidFill>
              </a:defRPr>
            </a:pPr>
            <a:r>
              <a:t>SP-10 • 15–29 września 2026</a:t>
            </a:r>
            <a:br/>
            <a:r>
              <a:t>Podsumowanie prac wykonanych w sprincie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5120640"/>
            <a:ext cx="2926080" cy="502920"/>
          </a:xfrm>
          <a:prstGeom prst="roundRect">
            <a:avLst/>
          </a:prstGeom>
          <a:solidFill>
            <a:srgbClr val="1C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27 zakończonych User Stories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</a:defRPr>
            </a:pPr>
            <a:r>
              <a:t>Cel sprintu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877"/>
                </a:solidFill>
              </a:defRPr>
            </a:pPr>
            <a:r>
              <a:t>Zakres zapisany w Notion dla SP-10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1"/>
                </a:solidFill>
              </a:defRPr>
            </a:pPr>
            <a:r>
              <a:t>• Uruchomienie aparatury modułowej KANLUX w ecommerce.</a:t>
            </a:r>
          </a:p>
          <a:p>
            <a:pPr>
              <a:spcAft>
                <a:spcPts val="1000"/>
              </a:spcAft>
              <a:defRPr sz="2000">
                <a:solidFill>
                  <a:srgbClr val="121F31"/>
                </a:solidFill>
              </a:defRPr>
            </a:pPr>
            <a:r>
              <a:t>• Przygotowanie aparatury modułowej ETI.</a:t>
            </a:r>
          </a:p>
          <a:p>
            <a:pPr>
              <a:spcAft>
                <a:spcPts val="1000"/>
              </a:spcAft>
              <a:defRPr sz="2000">
                <a:solidFill>
                  <a:srgbClr val="121F31"/>
                </a:solidFill>
              </a:defRPr>
            </a:pPr>
            <a:r>
              <a:t>• Dodanie produktów KONTAKT-SIMON w kolorze Kaszmir.</a:t>
            </a:r>
          </a:p>
          <a:p>
            <a:pPr>
              <a:spcAft>
                <a:spcPts val="1000"/>
              </a:spcAft>
              <a:defRPr sz="2000">
                <a:solidFill>
                  <a:srgbClr val="121F31"/>
                </a:solidFill>
              </a:defRPr>
            </a:pPr>
            <a:r>
              <a:t>• Zastąpienie klasycznego UP-SELL listą produktów kompatybilnych.</a:t>
            </a:r>
          </a:p>
          <a:p>
            <a:pPr>
              <a:spcAft>
                <a:spcPts val="1000"/>
              </a:spcAft>
              <a:defRPr sz="2000">
                <a:solidFill>
                  <a:srgbClr val="121F31"/>
                </a:solidFill>
              </a:defRPr>
            </a:pPr>
            <a:r>
              <a:t>• Usprawnienie procesu KANLUX: cykliczne wyłapywanie produktów wycofanych.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7"/>
                </a:solidFill>
              </a:defRPr>
            </a:pPr>
            <a:r>
              <a:t>ALKAN • Scrum Ecommerce • SP-10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</a:defRPr>
            </a:pPr>
            <a:r>
              <a:t>Stan sprintu na 28.09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877"/>
                </a:solidFill>
              </a:defRPr>
            </a:pPr>
            <a:r>
              <a:t>67 User Stories przypisanych do aktywnego sprintu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242316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D8259"/>
                </a:solidFill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21F31"/>
                </a:solidFill>
              </a:defRPr>
            </a:pPr>
            <a:r>
              <a:t>Zakończone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874519"/>
            <a:ext cx="242316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24028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C63A8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0632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21F31"/>
                </a:solidFill>
              </a:defRPr>
            </a:pPr>
            <a:r>
              <a:t>W toku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74519"/>
            <a:ext cx="242316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DB842A"/>
                </a:solidFill>
              </a:defRPr>
            </a:pPr>
            <a: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21F31"/>
                </a:solidFill>
              </a:defRPr>
            </a:pPr>
            <a:r>
              <a:t>Do zrobienia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874519"/>
            <a:ext cx="242316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224028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5A6877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30632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21F31"/>
                </a:solidFill>
              </a:defRPr>
            </a:pPr>
            <a:r>
              <a:t>Anulowane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877"/>
                </a:solidFill>
              </a:defRPr>
            </a:pPr>
            <a:r>
              <a:t>Największy zamknięty pakiet: KANLUX (aparatura modułowa). Domknięto również znaczną część prac INCOBEX rozpoczętych wcześniej i przypisanych do tego sprintu.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7"/>
                </a:solidFill>
              </a:defRPr>
            </a:pPr>
            <a:r>
              <a:t>ALKAN • Scrum Ecommerce • SP-10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</a:defRPr>
            </a:pPr>
            <a:r>
              <a:t>KANLUX — gotowy pakiet katalogowy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877"/>
                </a:solidFill>
              </a:defRPr>
            </a:pPr>
            <a:r>
              <a:t>15 zakończonych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Zdefiniowano zakres produktów i źródła danych.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Przygotowano tytuły produktów oraz SEO.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Dodano produkty do Base i zaimportowano je do WooCommerce jako Draft.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Wgrano grafiki i atrybuty pod przyszłe filtrowanie.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Uporządkowano kategorie, warianty i warunki wysyłkowe.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Skonfigurowano filtry fasetowe.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Przygotowano opisy dla kluczowych 20% produktów.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Przeprowadzono regresję istniejących produktów.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Zamknięto checkpoint warunkowej publikacji.</a:t>
            </a:r>
          </a:p>
          <a:p>
            <a:pPr>
              <a:spcAft>
                <a:spcPts val="1000"/>
              </a:spcAft>
              <a:defRPr sz="1600">
                <a:solidFill>
                  <a:srgbClr val="121F31"/>
                </a:solidFill>
              </a:defRPr>
            </a:pPr>
            <a:r>
              <a:t>• Efekt: spójny, przygotowany procesowo pakiet aparatury modułowej KANLUX.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7"/>
                </a:solidFill>
              </a:defRPr>
            </a:pPr>
            <a:r>
              <a:t>ALKAN • Scrum Ecommerce • SP-10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</a:defRPr>
            </a:pPr>
            <a:r>
              <a:t>INCOBEX — domknięcie prac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877"/>
                </a:solidFill>
              </a:defRPr>
            </a:pPr>
            <a:r>
              <a:t>11 zakończonych User Stories przypisanych do SP-10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Uporządkowano strukturę kategorii i konfigurację filtrów w WooCommerce.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Ustawiono warianty oraz warunki wysyłkowe.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Masowo uzupełniono atrybuty w Base z myślą o filtrach.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Rozszerzono produkty o elementy kompatybilne i Up-sell.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Przygotowano SEO nowych kategorii oraz działania Google Ads.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Zamknięto plan regresji i checkpoint publikacyjny.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7"/>
                </a:solidFill>
              </a:defRPr>
            </a:pPr>
            <a:r>
              <a:t>ALKAN • Scrum Ecommerce • SP-10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</a:defRPr>
            </a:pPr>
            <a:r>
              <a:t>Produkty kompatybilne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877"/>
                </a:solidFill>
              </a:defRPr>
            </a:pPr>
            <a:r>
              <a:t>Pierwsze wdrożenia nowego podejścia do rekomendacji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074920" cy="33832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26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1F31"/>
                </a:solidFill>
              </a:defRPr>
            </a:pPr>
            <a:r>
              <a:t>INCOBEX</a:t>
            </a:r>
          </a:p>
          <a:p>
            <a:pPr>
              <a:spcAft>
                <a:spcPts val="1000"/>
              </a:spcAft>
              <a:defRPr sz="1700">
                <a:solidFill>
                  <a:srgbClr val="121F31"/>
                </a:solidFill>
              </a:defRPr>
            </a:pPr>
            <a:r>
              <a:t>• Dodano produkty kompatybilne</a:t>
            </a:r>
          </a:p>
          <a:p>
            <a:pPr>
              <a:spcAft>
                <a:spcPts val="1000"/>
              </a:spcAft>
              <a:defRPr sz="1700">
                <a:solidFill>
                  <a:srgbClr val="121F31"/>
                </a:solidFill>
              </a:defRPr>
            </a:pPr>
            <a:r>
              <a:t>• Powiązano pracę z nowym modelem rekomendacji</a:t>
            </a:r>
          </a:p>
          <a:p>
            <a:pPr>
              <a:spcAft>
                <a:spcPts val="1000"/>
              </a:spcAft>
              <a:defRPr sz="1700">
                <a:solidFill>
                  <a:srgbClr val="121F31"/>
                </a:solidFill>
              </a:defRPr>
            </a:pPr>
            <a:r>
              <a:t>• Przygotowano bazę pod odejście od klasycznego UP-SELL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074920" cy="33832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526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1F31"/>
                </a:solidFill>
              </a:defRPr>
            </a:pPr>
            <a:r>
              <a:t>BERKER</a:t>
            </a:r>
          </a:p>
          <a:p>
            <a:pPr>
              <a:spcAft>
                <a:spcPts val="1000"/>
              </a:spcAft>
              <a:defRPr sz="1700">
                <a:solidFill>
                  <a:srgbClr val="121F31"/>
                </a:solidFill>
              </a:defRPr>
            </a:pPr>
            <a:r>
              <a:t>• Zakończono User Story „dodanie produktów kompatybilnych”</a:t>
            </a:r>
          </a:p>
          <a:p>
            <a:pPr>
              <a:spcAft>
                <a:spcPts val="1000"/>
              </a:spcAft>
              <a:defRPr sz="1700">
                <a:solidFill>
                  <a:srgbClr val="121F31"/>
                </a:solidFill>
              </a:defRPr>
            </a:pPr>
            <a:r>
              <a:t>• Kolejny producent objęty tym samym standardem</a:t>
            </a:r>
          </a:p>
          <a:p>
            <a:pPr>
              <a:spcAft>
                <a:spcPts val="1000"/>
              </a:spcAft>
              <a:defRPr sz="1700">
                <a:solidFill>
                  <a:srgbClr val="121F31"/>
                </a:solidFill>
              </a:defRPr>
            </a:pPr>
            <a:r>
              <a:t>• Budowanie spójnego mechanizmu cross-/compatibility-selling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4710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7"/>
                </a:solidFill>
              </a:defRPr>
            </a:pPr>
            <a:r>
              <a:t>ALKAN • Scrum Ecommerce • SP-10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</a:defRPr>
            </a:pPr>
            <a:r>
              <a:t>Co jeszcze trwa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877"/>
                </a:solidFill>
              </a:defRPr>
            </a:pPr>
            <a:r>
              <a:t>Nie traktujemy rozpoczętych prac jako dowiezionych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21F31"/>
                </a:solidFill>
              </a:defRPr>
            </a:pPr>
            <a:r>
              <a:t>• ETI — duży pakiet prac jest nadal w statusie „Do zrobienia” lub „W toku”.</a:t>
            </a:r>
          </a:p>
          <a:p>
            <a:pPr>
              <a:spcAft>
                <a:spcPts val="1000"/>
              </a:spcAft>
              <a:defRPr sz="1900">
                <a:solidFill>
                  <a:srgbClr val="121F31"/>
                </a:solidFill>
              </a:defRPr>
            </a:pPr>
            <a:r>
              <a:t>• KONTAKT-SIMON Kaszmir — pozostaje elementem celu aktywnego sprintu.</a:t>
            </a:r>
          </a:p>
          <a:p>
            <a:pPr>
              <a:spcAft>
                <a:spcPts val="1000"/>
              </a:spcAft>
              <a:defRPr sz="1900">
                <a:solidFill>
                  <a:srgbClr val="121F31"/>
                </a:solidFill>
              </a:defRPr>
            </a:pPr>
            <a:r>
              <a:t>• Funkcjonalność produktów kompatybilnych jest rozwijana szerzej niż pojedyncze zakończone wdrożenia.</a:t>
            </a:r>
          </a:p>
          <a:p>
            <a:pPr>
              <a:spcAft>
                <a:spcPts val="1000"/>
              </a:spcAft>
              <a:defRPr sz="1900">
                <a:solidFill>
                  <a:srgbClr val="121F31"/>
                </a:solidFill>
              </a:defRPr>
            </a:pPr>
            <a:r>
              <a:t>• Proces cyklicznego wykrywania produktów wycofanych KANLUX pozostaje częścią celu sprintu.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7"/>
                </a:solidFill>
              </a:defRPr>
            </a:pPr>
            <a:r>
              <a:t>ALKAN • Scrum Ecommerce • SP-10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</a:defRPr>
            </a:pPr>
            <a:r>
              <a:t>Najważniejszy efekt sprintu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877"/>
                </a:solidFill>
              </a:defRPr>
            </a:pPr>
            <a:r>
              <a:t>Od przygotowania danych do powtarzalnego procesu publikacji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KANLUX przeszedł pełną ścieżkę: zakres → dane → Base → WooCommerce → struktura → filtry → content → kontrola jakości.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INCOBEX został doprowadzony do bardziej kompletnego standardu katalogowego i marketingowego.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Produkty kompatybilne zaczynają zastępować prosty UP-SELL bardziej użytecznym mechanizmem rekomendacji.</a:t>
            </a:r>
          </a:p>
          <a:p>
            <a:pPr>
              <a:spcAft>
                <a:spcPts val="1000"/>
              </a:spcAft>
              <a:defRPr sz="1800">
                <a:solidFill>
                  <a:srgbClr val="121F31"/>
                </a:solidFill>
              </a:defRPr>
            </a:pPr>
            <a:r>
              <a:t>• Pozostały zakres sprintu jest jasno widoczny w backlogu: 12 pozycji w toku i 27 do zrobienia.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7"/>
                </a:solidFill>
              </a:defRPr>
            </a:pPr>
            <a:r>
              <a:t>ALKAN • Scrum Ecommerce • SP-10 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
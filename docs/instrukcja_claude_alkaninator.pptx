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KRÓTKA INSTRUKCJA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3258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AlkanInator.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 tego korzystać?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wrzucasz pliki i piszesz po polsku, co ma powstać. Claude obsługuje AlkanInatora i oddaje gotowy plik z raportem do kontroli.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389120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pliki do input/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43891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zlecenie w czacie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438912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B54708"/>
          </a:solidFill>
          <a:ln>
            <a:solidFill>
              <a:srgbClr val="B547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kontrola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73952" y="1271016"/>
            <a:ext cx="5102352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6656832" y="151790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6830568" y="15179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7004304" y="15179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 txBox="1"/>
          <p:nvPr/>
        </p:nvSpPr>
        <p:spPr>
          <a:xfrm>
            <a:off x="7296912" y="1362456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SKRÓCIE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296912" y="153619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partia produktów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73952" y="1892808"/>
            <a:ext cx="51023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675120" y="2057400"/>
            <a:ext cx="2258568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12280" y="21488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441448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dostawcy, zakres pracy i decyzje biznesowe.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16568" y="2057400"/>
            <a:ext cx="2258568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 txBox="1"/>
          <p:nvPr/>
        </p:nvSpPr>
        <p:spPr>
          <a:xfrm>
            <a:off x="9253728" y="21488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2441448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 narzędzia, pilnuje reguł sklepu i raportuje ryzyka.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383280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44384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18704" y="3383280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zlecenie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383280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kontrolny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13155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405872" y="3383280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00507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</a:t>
            </a: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wejściowe nigdy nie są nadpisywane.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10528" y="46817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dla osób, które zlecają Claude'owi pracę w projekcie AlkanInator. Bez znajomości programowania.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TO DZIAŁA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pracuje w folderze projektu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 panel czatu w VS Code. Widzi pliki AlkanInatora i sam uruchamia jego narzędzia, więc nie wpisujesz żadnych komend.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w VS Code folder AlkanInator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ikonę Claude i pisz po polsku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Claude prosi o zgodę na akcję, przeczytaj, o co pyta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AlkanInator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6007608" y="2276856"/>
            <a:ext cx="5358384" cy="420624"/>
          </a:xfrm>
          <a:prstGeom prst="roundRect">
            <a:avLst>
              <a:gd name="adj" fmla="val 17391"/>
            </a:avLst>
          </a:prstGeom>
          <a:solidFill>
            <a:srgbClr val="EEF4FF"/>
          </a:solidFill>
          <a:ln w="12700">
            <a:solidFill>
              <a:srgbClr val="BFD3F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 txBox="1"/>
          <p:nvPr/>
        </p:nvSpPr>
        <p:spPr>
          <a:xfrm>
            <a:off x="6144768" y="22768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input/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07808" y="227685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wrzucasz pliki dostawców i eksporty sklepu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07608" y="2779776"/>
            <a:ext cx="5358384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 txBox="1"/>
          <p:nvPr/>
        </p:nvSpPr>
        <p:spPr>
          <a:xfrm>
            <a:off x="6144768" y="27797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07808" y="277977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pliki: XLSX, CSV do importu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07608" y="3282696"/>
            <a:ext cx="5358384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 txBox="1"/>
          <p:nvPr/>
        </p:nvSpPr>
        <p:spPr>
          <a:xfrm>
            <a:off x="6144768" y="328269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328269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i skoroszyty kontrolne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07608" y="3785616"/>
            <a:ext cx="5358384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 txBox="1"/>
          <p:nvPr/>
        </p:nvSpPr>
        <p:spPr>
          <a:xfrm>
            <a:off x="6144768" y="37856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dictionaries/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07808" y="37856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 sklepu zapisane w YAML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07608" y="4288536"/>
            <a:ext cx="5358384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 txBox="1"/>
          <p:nvPr/>
        </p:nvSpPr>
        <p:spPr>
          <a:xfrm>
            <a:off x="6144768" y="42885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428853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zasady, które Claude czyta na starcie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087443"/>
          </a:solidFill>
          <a:ln w="12700">
            <a:solidFill>
              <a:srgbClr val="08744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miejsce to input/. Reszty folderów nie musisz dotykać, wystarczy wiedzieć, gdzie szukać wyników.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 RÓL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co robi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AlkanInator to zestaw narzędzi i słowników z regułami sklepu. Claude jest jego operatorem, a decyzje o ofercie zostają po Twojej stronie.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prosisz o kod, tylko o wynik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sam dobiera skrypty i kolejność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wie, o to pyta albo oznacza do sprawdzenia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ROLE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Ty, Claude, AlkanInator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6007608" y="2276856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BFD3F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 txBox="1"/>
          <p:nvPr/>
        </p:nvSpPr>
        <p:spPr>
          <a:xfrm>
            <a:off x="6172200" y="227685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276856"/>
            <a:ext cx="3666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Dajesz pliki, określasz zakres, akceptujesz wynik i decydujesz o wartościach w sklepie.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07608" y="3118104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 txBox="1"/>
          <p:nvPr/>
        </p:nvSpPr>
        <p:spPr>
          <a:xfrm>
            <a:off x="6172200" y="3118104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16368" y="3118104"/>
            <a:ext cx="3666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 zasady projektu, uruchamia narzędzia, sprawdza wynik, pisze raport.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07608" y="3959352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 txBox="1"/>
          <p:nvPr/>
        </p:nvSpPr>
        <p:spPr>
          <a:xfrm>
            <a:off x="6172200" y="3959352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AlkanInator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3959352"/>
            <a:ext cx="3666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Skrypty i słowniki: tytuły, kategorie, atrybuty, opisy, pliki importu.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 przygotować pracę i pokazać ryzyka. Nie podejmuje za Ciebie decyzji handlowych.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WEJŚCIOWE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1: wrzuć pliki do input/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Załóż w input/ folder dostawcy i wgraj tam wszystko, co dotyczy partii. Claude sam rozpozna kolumny i separator.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działają pliki XLSX, CSV i XML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produktach już istniejących w sklepie dodaj świeży eksport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9684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8679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nazwy plików mogą być dowolne, podasz je w zleceniu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PRZYGOTOWAĆ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dla jednej partii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276856"/>
          <a:ext cx="5358384" cy="21793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plik dostawcy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fakty o produkcie: parametry, EAN, zdjęcia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SKU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zakres: tylko te produkty trafią do wyniku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eksport sklepu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produktów, tagi wariantów, obecne wartości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 PDF / BMEcat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serie, relacje i produkty kompatybilne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8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087443"/>
          </a:solidFill>
          <a:ln w="12700">
            <a:solidFill>
              <a:srgbClr val="08744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19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Oryginały zostają nietknięte. Każdy wynik to nowy plik w output/ albo reports/.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ZLECENIE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2: napisz, co ma powstać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zlecenie ma trzy części: gdzie są pliki, co z nimi zrobić i co ma być wynikiem.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podaj ścieżki plików, nie opisuj ich z pamięci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nazwij wynik: XLSX kontrolny, CSV Baselinker, plik Woo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dopisz wyjątki, np. których produktów nie ruszać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" y="415137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877824" y="40507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partia i jeden dostawca na jedno zlecenie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ZLECENIA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 partia od dostawcy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007608" y="2240280"/>
            <a:ext cx="5358384" cy="2551176"/>
          </a:xfrm>
          <a:prstGeom prst="roundRect">
            <a:avLst>
              <a:gd name="adj" fmla="val 358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 txBox="1"/>
          <p:nvPr/>
        </p:nvSpPr>
        <p:spPr>
          <a:xfrm>
            <a:off x="6190488" y="2350008"/>
            <a:ext cx="4992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input/Dostawca/ są dwa pliki: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cennik.xlsx - parametry i zdjęcia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indeksy.xlsx - lista SKU do dodania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Przygotuj nazwy, kategorie Alkan,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atrybuty z listy sklepu i zdjęcia.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Najpierw plik kontrolny XLSX,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 akceptacji CSV do Baselinkera.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 nadpisuj plików wejściowych.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dokładniejszy zakres, tym mniej pytań w trakcie i mniej sprzątania po imporcie.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 PRACY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Claude robi po Twoim zleceniu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cokolwiek policzy, Claude czyta zasady projektu i wcześniejsze decyzje. Dlatego nie musisz ich powtarzać w każdej rozmowie.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reguły dostawców i sklepu są w słownikach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procedury są w skillach projektu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na dużym pliku może potrwać kilka minut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zlecenia do raportu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 txBox="1"/>
          <p:nvPr/>
        </p:nvSpPr>
        <p:spPr>
          <a:xfrm>
            <a:off x="6025896" y="231343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276856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 CLAUDE.md, skille i słowniki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25896" y="281635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779776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pliki: kolumny, SKU, EAN, braki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25896" y="331927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282696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 narzędzia AlkanInatora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25896" y="382219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785616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kontroluje wynik i uruchamia testy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25896" y="432511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288536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oddaje plik, raport i listę wątpliwości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FEF3E6"/>
          </a:solidFill>
          <a:ln w="12700">
            <a:solidFill>
              <a:srgbClr val="FEF3E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Niejednoznaczne dopasowanie SKU przerywa pracę z błędem. Claude nie wybiera po cichu pierwszego wiersza.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CZŁOWIEKA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3: sprawdź wynik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koniec dostajesz link do pliku i pełną ścieżkę do skopiowania. Każda zmiana ma źródło, pewność i status.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wynikowe są w output/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i skoroszyty kontrolne w reports/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zacznij od wierszy DO_SPRAWDZENIA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" y="415137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877824" y="40507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XLSX otwieraj w Excelu, nie w VS Code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STATUSY W PLIKU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czytać wynik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007608" y="2276856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 txBox="1"/>
          <p:nvPr/>
        </p:nvSpPr>
        <p:spPr>
          <a:xfrm>
            <a:off x="6144768" y="2487168"/>
            <a:ext cx="1600200" cy="310896"/>
          </a:xfrm>
          <a:prstGeom prst="roundRect">
            <a:avLst>
              <a:gd name="adj" fmla="val 44118"/>
            </a:avLst>
          </a:prstGeom>
          <a:solidFill>
            <a:srgbClr val="E8F7EE"/>
          </a:solidFill>
          <a:ln>
            <a:solidFill>
              <a:srgbClr val="E8F7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74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82128" y="2276856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potwierdzona, może iść do importu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07608" y="3118104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 txBox="1"/>
          <p:nvPr/>
        </p:nvSpPr>
        <p:spPr>
          <a:xfrm>
            <a:off x="6144768" y="3328416"/>
            <a:ext cx="1600200" cy="310896"/>
          </a:xfrm>
          <a:prstGeom prst="roundRect">
            <a:avLst>
              <a:gd name="adj" fmla="val 44118"/>
            </a:avLst>
          </a:prstGeom>
          <a:solidFill>
            <a:srgbClr val="FEF3E6"/>
          </a:solidFill>
          <a:ln>
            <a:solidFill>
              <a:srgbClr val="FEF3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82128" y="311810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działa, ale warto rzucić okiem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07608" y="3959352"/>
            <a:ext cx="53583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 txBox="1"/>
          <p:nvPr/>
        </p:nvSpPr>
        <p:spPr>
          <a:xfrm>
            <a:off x="6144768" y="4169664"/>
            <a:ext cx="1600200" cy="310896"/>
          </a:xfrm>
          <a:prstGeom prst="roundRect">
            <a:avLst>
              <a:gd name="adj" fmla="val 44118"/>
            </a:avLst>
          </a:prstGeom>
          <a:solidFill>
            <a:srgbClr val="FDECEA"/>
          </a:solidFill>
          <a:ln>
            <a:solidFill>
              <a:srgbClr val="FDEC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DO_SPRAWDZENIA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82128" y="3959352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nie miał pewności, decyzja należy do Ciebie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087443"/>
          </a:solidFill>
          <a:ln w="12700">
            <a:solidFill>
              <a:srgbClr val="08744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robisz dopiero po przejrzeniu pliku kontrolnego. To jest miejsce na decyzję człowieka.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RUNDY POPRAWEK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Coś nie pasuje? Napisz uwagi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Uwagi piszesz normalnie, po swojemu: w czacie albo w pliku tekstowym. Claude wdraża każdą i oddaje nową wersję pliku.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długiej liście użyj input/Do poprawy.txt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podawaj SKU i to, co ma być zamiast obecnej wartości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wynik dostaje nazwę _v2, _v3, bo Excel blokuje otwarte pliki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UWAG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input/Do poprawy.txt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6007608" y="2240280"/>
            <a:ext cx="5358384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 txBox="1"/>
          <p:nvPr/>
        </p:nvSpPr>
        <p:spPr>
          <a:xfrm>
            <a:off x="6190488" y="2350008"/>
            <a:ext cx="4992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barwa 4000K ma być "neutralna"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ramki bez sposobu montażu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- 37176/KAN: zły EAN, sprawdź w bazie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tytuły za długie przy panelach LED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07608" y="3968496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3968496"/>
            <a:ext cx="370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75220" y="3968496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poprawka reguły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3968496"/>
            <a:ext cx="370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537192" y="3968496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BFD3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_v2 + raport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FEF3E6"/>
          </a:solidFill>
          <a:ln w="12700">
            <a:solidFill>
              <a:srgbClr val="FEF3E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szuka źródła błędu w danych i poprawia regułę, a nie pojedynczą komórkę. Poprawka działa też w kolejnych partiach.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 PROJEKTU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Decyzje zostają na stałe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podejmiesz decyzję, powiedz „zapamiętaj”. Claude zapisze ją w projekcie, więc nie wróci jako pytanie przy następnym dostawcy.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 trafia do słownika i dostaje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 pracy idą do CLAUDE.md i AGENTS.md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i Claude korzystają z tej samej wiedzy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LĄDUJE DECYZJA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Zapamiętane = zapisane w repo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276856"/>
          <a:ext cx="5358384" cy="217932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ustalasz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gdzie Claude to zapisuje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 atrybutu, nazwa, kategoria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dictionaries/*.yaml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zasada pracy z dostawcą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i AGENTS.md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 krok po kroku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.claude/skills/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pewność, że reguła działa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18872" marB="11887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8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19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atrybut sklepu powstaje tylko po Twoim zatwierdzeniu. Nieznane cechy dostawcy trafiają do raportu, nie do importu.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ŚCIĄGA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Gotowe hasła do czatu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4904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Najczęstsze zlecenia mieszczą się w jednym zdaniu. Resztę Claude doczyta z zasad projektu.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877824" y="27889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wysyłka do Baselinkera przez API tylko na Twoje polecenie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877824" y="32095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 push do Gita tylko na Twoje polecenie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" y="37307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 txBox="1"/>
          <p:nvPr/>
        </p:nvSpPr>
        <p:spPr>
          <a:xfrm>
            <a:off x="877824" y="36301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opisy z blokiem FAQ wgrywaj do Woo przez WP All Import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490472"/>
            <a:ext cx="57607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36792" y="1737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629400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5D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KOPIUJ I WKLEJ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Krótkie polecenia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112264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6007608" y="2240280"/>
            <a:ext cx="5358384" cy="2551176"/>
          </a:xfrm>
          <a:prstGeom prst="roundRect">
            <a:avLst>
              <a:gd name="adj" fmla="val 358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 txBox="1"/>
          <p:nvPr/>
        </p:nvSpPr>
        <p:spPr>
          <a:xfrm>
            <a:off x="6190488" y="2350008"/>
            <a:ext cx="4992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Zrób nazwy i plik do Baselinkera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dla input/Dostawca/cennik.xlsx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Zaktualizowałem Do poprawy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Zapamiętaj: ramki nie mają podtypu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Napisz opis HTML dla SKU 37176/KAN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Ile produktów wpadło w rodzinę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"nieznana" i jakie to typy?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Uzupełnij tagi wariantów w eksporcie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ver-upd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806440" y="5193792"/>
            <a:ext cx="5760720" cy="749808"/>
          </a:xfrm>
          <a:prstGeom prst="roundRect">
            <a:avLst>
              <a:gd name="adj" fmla="val 12195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5989320" y="548640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 txBox="1"/>
          <p:nvPr/>
        </p:nvSpPr>
        <p:spPr>
          <a:xfrm>
            <a:off x="6281928" y="51937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wiesz, jak coś zlecić? Zapytaj Claude wprost: „jak to zrobić w AlkanInatorze?”.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1242</Words>
  <Application>Microsoft Office PowerPoint</Application>
  <PresentationFormat>Panoramiczny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+ AlkanInator - krótka instrukcja</dc:title>
  <dc:subject>PptxGenJS Presentation</dc:subject>
  <dc:creator>Alkan</dc:creator>
  <cp:lastModifiedBy>K Mróz</cp:lastModifiedBy>
  <cp:revision>1</cp:revision>
  <dcterms:created xsi:type="dcterms:W3CDTF">2026-09-21T13:39:24Z</dcterms:created>
  <dcterms:modified xsi:type="dcterms:W3CDTF">2026-09-21T13:42:08Z</dcterms:modified>
</cp:coreProperties>
</file>